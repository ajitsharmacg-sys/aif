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Pre-Disclosure Approval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Workflow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Disclosure Type</a:t>
            </a:r>
          </a:p>
          <a:p>
            <a:r>
              <a:t>├─ Partner (Trade)</a:t>
            </a:r>
          </a:p>
          <a:p>
            <a:r>
              <a:t>├─ End Customer (B2B)</a:t>
            </a:r>
          </a:p>
          <a:p>
            <a:r>
              <a:t>└─ PR &amp; Social</a:t>
            </a:r>
          </a:p>
          <a:p/>
          <a:p>
            <a:r>
              <a:t>Each branch routes to:</a:t>
            </a:r>
          </a:p>
          <a:p>
            <a:r>
              <a:t>BCTV, VIDEO/PTZ, ICB, ISB &amp; ICB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(Trade)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BCTV: ISB Admin → Maru OR Mac</a:t>
            </a:r>
          </a:p>
          <a:p/>
          <a:p>
            <a:r>
              <a:t>VIDEO/PTZ: ISB Admin → Sozo OR Mac</a:t>
            </a:r>
          </a:p>
          <a:p/>
          <a:p>
            <a:r>
              <a:t>ICB: ICB Admin → Naohiro OR Sammy</a:t>
            </a:r>
          </a:p>
          <a:p/>
          <a:p>
            <a:r>
              <a:t>ISB &amp; ICB:</a:t>
            </a:r>
          </a:p>
          <a:p>
            <a:r>
              <a:t>Leah + Eri (Both Required)</a:t>
            </a:r>
          </a:p>
          <a:p>
            <a:r>
              <a:t>→ Any 2 of Maru / Sozo / Naohiro / Sammy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Customer (B2B)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BCTV: ISB Admin → Maru OR Mac</a:t>
            </a:r>
          </a:p>
          <a:p/>
          <a:p>
            <a:r>
              <a:t>VIDEO/PTZ: ISB Admin → Sozo OR Mac</a:t>
            </a:r>
          </a:p>
          <a:p/>
          <a:p>
            <a:r>
              <a:t>ICB: John OR Richard → Naohiro OR Sammy</a:t>
            </a:r>
          </a:p>
          <a:p/>
          <a:p>
            <a:r>
              <a:t>ISB &amp; ICB:</a:t>
            </a:r>
          </a:p>
          <a:p>
            <a:r>
              <a:t>Leah + Eri</a:t>
            </a:r>
          </a:p>
          <a:p>
            <a:r>
              <a:t>→ Any 2 of Maru / Sozo / Naohiro / Sammy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&amp; Social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Level 1: CEL PR</a:t>
            </a:r>
          </a:p>
          <a:p>
            <a:r>
              <a:t>(CC: ISB Admin, ICB Admin)</a:t>
            </a:r>
          </a:p>
          <a:p/>
          <a:p>
            <a:r>
              <a:t>BCTV / VIDEO-PTZ: Richard OR Product Marketing</a:t>
            </a:r>
          </a:p>
          <a:p>
            <a:r>
              <a:t>ICB: Naohiro OR Sammy</a:t>
            </a:r>
          </a:p>
          <a:p>
            <a:r>
              <a:t>ISB &amp; ICB: Any 2 of Maru / Sozo / Naohiro / Sammy</a:t>
            </a:r>
          </a:p>
          <a:p/>
          <a:p>
            <a:r>
              <a:t>Business Rule: Start 2 weeks before embargo.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Approval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Single Approval: One approver required</a:t>
            </a:r>
          </a:p>
          <a:p/>
          <a:p>
            <a:r>
              <a:t>Any One: First approver completes step</a:t>
            </a:r>
          </a:p>
          <a:p/>
          <a:p>
            <a:r>
              <a:t>All: Every approver must approve</a:t>
            </a:r>
          </a:p>
          <a:p/>
          <a:p>
            <a:r>
              <a:t>Quorum: Configurable number of approvals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